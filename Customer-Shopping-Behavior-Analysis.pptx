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ost Grotesk Medium"/>
      <p:regular r:id="rId201314"/>
    </p:embeddedFont>
    <p:embeddedFont>
      <p:font typeface="Host Grotesk Bold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290" y="599405"/>
            <a:ext cx="2629793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982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908399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insights from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transactions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product categories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286271"/>
            <a:ext cx="30599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at a Glance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816471"/>
            <a:ext cx="3543970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3,900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101453" y="1269355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19699" y="816471"/>
            <a:ext cx="3544044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18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741045" y="1269355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Columns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0182" y="1636886"/>
            <a:ext cx="3543970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37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101453" y="208977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Missing Ratings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19699" y="1636886"/>
            <a:ext cx="3544044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741045" y="208977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Categories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2424336"/>
            <a:ext cx="2349178" cy="234917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588023" y="3274442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588023" y="3513534"/>
            <a:ext cx="4580409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Demographics: Age, Gender, Location</a:t>
            </a:r>
            <a:endParaRPr lang="en-US" sz="8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Purchase details: Item, Category, Amount</a:t>
            </a:r>
            <a:endParaRPr lang="en-US" sz="8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Behavior: Discount, Promo, Frequency, Rating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51532"/>
            <a:ext cx="425797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Preparation in Python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213" y="956146"/>
            <a:ext cx="8207499" cy="3539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474" y="3824248"/>
            <a:ext cx="1862015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 to PostgreSQL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020474" y="3004961"/>
            <a:ext cx="1862015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020474" y="2193950"/>
            <a:ext cx="1892402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Handle Missing Values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20474" y="1374664"/>
            <a:ext cx="1862015" cy="23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 &amp; Explore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34132" y="4617467"/>
            <a:ext cx="8709868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Columns standardized to snake_case; redundant promo_code_used dropped; cleaned DataFrame loaded into PostgreSQL for SQL analysis.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generated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2.1× more revenue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female customers — a key segment for targeted campaigns.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25005"/>
            <a:ext cx="3902943" cy="538535"/>
          </a:xfrm>
          <a:prstGeom prst="roundRect">
            <a:avLst>
              <a:gd name="adj" fmla="val 11056"/>
            </a:avLst>
          </a:prstGeom>
          <a:solidFill>
            <a:srgbClr val="C6E4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30537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587972"/>
            <a:ext cx="375768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Male: $157,890 · Female: $75,191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7357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74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2,847 customers · $170,436 total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1,053 customers · $62,645 total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42642"/>
            <a:ext cx="436014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spend nearly identical: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$59.87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vs.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$59.49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58906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Products &amp; Discount Patterns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5143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33534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Most Discount-Dependent Products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658764"/>
            <a:ext cx="3902943" cy="1261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 —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50%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discounted purchases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Sneakers —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49.66%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Coat —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49.07%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Sweater —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48.17%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Pants —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599405"/>
            <a:ext cx="2629793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174849"/>
            <a:ext cx="440300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830437"/>
            <a:ext cx="2290465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19769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283470"/>
            <a:ext cx="199742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1830437"/>
            <a:ext cx="2290539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19769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283470"/>
            <a:ext cx="199749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701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2784351"/>
            <a:ext cx="4722763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293087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New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3237384"/>
            <a:ext cx="442972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25119" y="3755975"/>
            <a:ext cx="5179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buyers (&gt;5 purchases):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958 subscribers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vs.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2,518 non-subscribers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2000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Shipping Comparison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436014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spend by shipping type: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180481"/>
            <a:ext cx="3902943" cy="474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Express: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$60.48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Standard: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$58.46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2782788"/>
            <a:ext cx="390294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Adults lead revenue — focus marketing on this segment and express-shipping users.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872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73784"/>
            <a:ext cx="2628230" cy="1451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26449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 Highlights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627709"/>
            <a:ext cx="5177582" cy="9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3.9K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customers · Avg. purchase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$59.76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Avg. rating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3.75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split: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27% Yes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73% No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&amp; sales by category and age group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Filters: Gender, Category,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29" y="586085"/>
            <a:ext cx="2647504" cy="39713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7654" y="330771"/>
            <a:ext cx="427754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Business Recommendations</a:t>
            </a:r>
            <a:endParaRPr lang="en-US" sz="2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654" y="855911"/>
            <a:ext cx="298996" cy="2989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47654" y="1281038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3847654" y="1528390"/>
            <a:ext cx="4877693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subscriber benefits.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654" y="1895549"/>
            <a:ext cx="298996" cy="2989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47654" y="232067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Loyalty Programs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3847654" y="2568029"/>
            <a:ext cx="4877693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toward "Loyal" segment.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654" y="2935188"/>
            <a:ext cx="298996" cy="2989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47654" y="3360316"/>
            <a:ext cx="15618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Review Discount Policy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3847654" y="3607668"/>
            <a:ext cx="4877693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lift with margin control.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47654" y="3974827"/>
            <a:ext cx="298996" cy="2989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47654" y="4399955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Targeted Marketing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3847654" y="4647307"/>
            <a:ext cx="4877693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 &amp; express-shipping users.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2026-06-11T14:06:27Z</dcterms:created>
  <dcterms:modified xsi:type="dcterms:W3CDTF">2026-06-11T14:06:27Z</dcterms:modified>
</cp:coreProperties>
</file>